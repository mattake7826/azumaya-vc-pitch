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6256000" cy="9144000"/>
  <p:notesSz cx="9144000" cy="1625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6" d="100"/>
          <a:sy n="56" d="100"/>
        </p:scale>
        <p:origin x="13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0685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ED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9224" y="286512"/>
            <a:ext cx="1280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1A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Azumaya Innovations 合同会社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649224" y="768096"/>
            <a:ext cx="1280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会社概要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9224" y="1042416"/>
            <a:ext cx="14950440" cy="512064"/>
          </a:xfrm>
          <a:prstGeom prst="roundRect">
            <a:avLst>
              <a:gd name="adj" fmla="val 12500"/>
            </a:avLst>
          </a:prstGeom>
          <a:solidFill>
            <a:srgbClr val="0B1A2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042416"/>
            <a:ext cx="1444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日常に、回復インフラを。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9224" y="16642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E96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ABOUT US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9224" y="1975104"/>
            <a:ext cx="14950440" cy="658368"/>
          </a:xfrm>
          <a:prstGeom prst="roundRect">
            <a:avLst>
              <a:gd name="adj" fmla="val 6944"/>
            </a:avLst>
          </a:prstGeom>
          <a:solidFill>
            <a:srgbClr val="FAF8F2"/>
          </a:solidFill>
          <a:ln w="12700">
            <a:solidFill>
              <a:srgbClr val="E0DAC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975104"/>
            <a:ext cx="1444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5555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Azumaya Innovationsは、日常の中で短時間に心身を整える「回復」の場を社会に実装することを目指しています。オフィス、商業施設、交通施設など、人々が日常的に過ごす場所への展開を想定し、ポッド型リカバリー施設「Azumaya」の開発を進めています。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9224" y="27614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A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代表者プロフィール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9224" y="3054096"/>
            <a:ext cx="14950440" cy="1783080"/>
          </a:xfrm>
          <a:prstGeom prst="roundRect">
            <a:avLst>
              <a:gd name="adj" fmla="val 2564"/>
            </a:avLst>
          </a:prstGeom>
          <a:solidFill>
            <a:srgbClr val="FAF8F2"/>
          </a:solidFill>
          <a:ln w="12700">
            <a:solidFill>
              <a:srgbClr val="E0DAC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" y="3246120"/>
            <a:ext cx="777240" cy="777240"/>
          </a:xfrm>
          <a:prstGeom prst="ellipse">
            <a:avLst/>
          </a:prstGeom>
          <a:solidFill>
            <a:srgbClr val="0B1A2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920240" y="322783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A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松井 猛（代表社員）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920240" y="3557016"/>
            <a:ext cx="1335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金融業界での長年の実務経験を経て、ポッド型休憩施設の事業化に取り組む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" y="3931920"/>
            <a:ext cx="1435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長年勤めた金融関連企業を2018年に退職したことを機に、以前から温めていた「休憩施設」のアイデアをもとに、米国SleepBox社の製品を扱うアジア代理店事業を開業。その後、新型コロナウイルス感染拡大の影響を受けて事業を縮小した。海外製ポッドの事業化に取り組んだ経験を踏まえ、日本の利用環境に適したオリジナルプロダクトの開発に着手し、ポッド型リカバリー施設「Azumaya」の企画・開発・販売を行うAzumaya Innovations合同会社を2025年に設立した。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468880" y="5029200"/>
            <a:ext cx="1463040" cy="310896"/>
          </a:xfrm>
          <a:prstGeom prst="roundRect">
            <a:avLst>
              <a:gd name="adj" fmla="val 147059"/>
            </a:avLst>
          </a:prstGeom>
          <a:solidFill>
            <a:srgbClr val="BE961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468880" y="50292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2018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5394960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dirty="0" err="1">
                <a:solidFill>
                  <a:srgbClr val="5555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SleepBox社アジア代理店</a:t>
            </a:r>
            <a:endParaRPr lang="en-US" sz="16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600" dirty="0">
                <a:solidFill>
                  <a:srgbClr val="5555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事業を開始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257800" y="50017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BE96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7315200" y="5029200"/>
            <a:ext cx="1737360" cy="310896"/>
          </a:xfrm>
          <a:prstGeom prst="roundRect">
            <a:avLst>
              <a:gd name="adj" fmla="val 147059"/>
            </a:avLst>
          </a:prstGeom>
          <a:solidFill>
            <a:srgbClr val="FFFFFF"/>
          </a:solidFill>
          <a:ln w="19050">
            <a:solidFill>
              <a:srgbClr val="0B1A2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0" y="50292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A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事業転換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035040" y="5394960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dirty="0">
                <a:solidFill>
                  <a:srgbClr val="5555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海外製ポッドの事業経験をもとに</a:t>
            </a:r>
            <a:endParaRPr lang="en-US" sz="16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600" dirty="0">
                <a:solidFill>
                  <a:srgbClr val="5555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オリジナルプロダクト開発へ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0378440" y="50017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E96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12344400" y="5029200"/>
            <a:ext cx="1463040" cy="310896"/>
          </a:xfrm>
          <a:prstGeom prst="roundRect">
            <a:avLst>
              <a:gd name="adj" fmla="val 147059"/>
            </a:avLst>
          </a:prstGeom>
          <a:solidFill>
            <a:srgbClr val="BE961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2344400" y="50292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0" y="5394960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dirty="0">
                <a:solidFill>
                  <a:srgbClr val="5555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Azumaya Innovations</a:t>
            </a:r>
            <a:endParaRPr lang="en-US" sz="16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600" dirty="0">
                <a:solidFill>
                  <a:srgbClr val="5555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合同会社 設立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49224" y="60899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A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会社情報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9224" y="6400800"/>
            <a:ext cx="14950440" cy="356616"/>
          </a:xfrm>
          <a:prstGeom prst="roundRect">
            <a:avLst>
              <a:gd name="adj" fmla="val 12821"/>
            </a:avLst>
          </a:prstGeom>
          <a:solidFill>
            <a:srgbClr val="FAF8F2"/>
          </a:solidFill>
          <a:ln w="12700">
            <a:solidFill>
              <a:srgbClr val="E0DAC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77824" y="6400800"/>
            <a:ext cx="17373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A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設立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2697480" y="6400800"/>
            <a:ext cx="5577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2025年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8412480" y="6400800"/>
            <a:ext cx="21031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A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所在地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10607040" y="6400800"/>
            <a:ext cx="4846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東京都世田谷区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49224" y="6821424"/>
            <a:ext cx="14950440" cy="356616"/>
          </a:xfrm>
          <a:prstGeom prst="roundRect">
            <a:avLst>
              <a:gd name="adj" fmla="val 12821"/>
            </a:avLst>
          </a:prstGeom>
          <a:solidFill>
            <a:srgbClr val="FAF8F2"/>
          </a:solidFill>
          <a:ln w="12700">
            <a:solidFill>
              <a:srgbClr val="E0DAC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77824" y="6821424"/>
            <a:ext cx="17373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A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事業内容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2697480" y="6821424"/>
            <a:ext cx="127101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ポッド型リカバリー施設「Azumaya」の企画・開発・販売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49224" y="7242048"/>
            <a:ext cx="14950440" cy="356616"/>
          </a:xfrm>
          <a:prstGeom prst="roundRect">
            <a:avLst>
              <a:gd name="adj" fmla="val 12821"/>
            </a:avLst>
          </a:prstGeom>
          <a:solidFill>
            <a:srgbClr val="FAF8F2"/>
          </a:solidFill>
          <a:ln w="12700">
            <a:solidFill>
              <a:srgbClr val="E0DAC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77824" y="7242048"/>
            <a:ext cx="17373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A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Webサイト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2697480" y="7242048"/>
            <a:ext cx="5577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https://azumayapod.com/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8412480" y="7242048"/>
            <a:ext cx="21031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A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連絡先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10607040" y="7242048"/>
            <a:ext cx="4846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matsui@gazebo-m.com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49224" y="7799832"/>
            <a:ext cx="149504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BE961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68680" y="7955280"/>
            <a:ext cx="1371600" cy="402336"/>
          </a:xfrm>
          <a:prstGeom prst="roundRect">
            <a:avLst>
              <a:gd name="adj" fmla="val 113636"/>
            </a:avLst>
          </a:prstGeom>
          <a:solidFill>
            <a:srgbClr val="BE961D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868680" y="795528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開発段階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2514600" y="7799832"/>
            <a:ext cx="1289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現在はスケールプロトタイプによる設計・検証を進めており、実寸プロトタイプの開発およびPoC（実証実験）に向けたパートナー企業・施設との協議を進めています。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649224" y="87325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9A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Azumaya Innovations 合同会社</a:t>
            </a:r>
            <a:endParaRPr lang="en-US" sz="1050" dirty="0"/>
          </a:p>
        </p:txBody>
      </p:sp>
      <p:sp>
        <p:nvSpPr>
          <p:cNvPr id="99" name="Text 44"/>
          <p:cNvSpPr txBox="1"/>
          <p:nvPr/>
        </p:nvSpPr>
        <p:spPr>
          <a:xfrm>
            <a:off x="8412480" y="8732520"/>
            <a:ext cx="7187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A09A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関連会社：Gazebo合同会社（本プログラム応募主体）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137</Words>
  <Application>Microsoft Office PowerPoint</Application>
  <PresentationFormat>ユーザー設定</PresentationFormat>
  <Paragraphs>35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游ゴシック</vt:lpstr>
      <vt:lpstr>游ゴシック</vt:lpstr>
      <vt:lpstr>Arial</vt:lpstr>
      <vt:lpstr>Calibri</vt:lpstr>
      <vt:lpstr>Office Theme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松井　猛</cp:lastModifiedBy>
  <cp:revision>3</cp:revision>
  <dcterms:created xsi:type="dcterms:W3CDTF">2026-09-29T06:07:42Z</dcterms:created>
  <dcterms:modified xsi:type="dcterms:W3CDTF">2026-09-29T06:18:14Z</dcterms:modified>
</cp:coreProperties>
</file>